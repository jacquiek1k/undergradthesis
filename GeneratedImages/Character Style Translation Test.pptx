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2b4b8445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2b4b8445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102e3f7a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102e3f7a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&lt;lora:A1013D_01-000002:0.7&gt; a cartoon character girl, thick outline, flat colors, cel shading, flat shading, disney channel, cartoon network, toon, lineart, line art, outline, full body, camera zoom out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Negative prompt: smooth shading, 3D, 3D render, logo, Watermark, bad artist, blur, blurry, text, b&amp;w, 3d, bad art, poorly drawn, disfigured, deformed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Steps: 50, Sampler: Euler a, CFG scale: 7, Seed: 3943592725, Size: 640x640, Model hash: 1254103966, Model: protogenV22Anime_22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Time taken: 54.75sTorch active/reserved: 5709/6544 MiB, Sys VRAM: 8192/8192 MiB (100.0%)</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102e3f7af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102e3f7af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&lt;lora:A1013D_01-000002:0.7&gt; a cartoon character in a hyper realistic rendition, high detail, intricate detail, sharp, RAW candid cinema, woman, studio, 16mm, ((color graded portra 400 film)) ((remarkable color)), (ultra realistic), textured skin, remarkable detailed pupils, ((realistic dull skin noise)), ((visible skin detail)), ((skin fuzz)), (dry skin) shot with cinematic camera, Photorealistic, Hyperrealistic, Hyperdetailed, analog style, hip cocked, demure, low cut, black lace, detailed skin, pores, smirk, smiling eyes, matte skin, outdoor cafe, soft lighting, subsurface scattering, realistic, heavy shadow, masterpiece, best quality, ultra realistic, 8k, golden ratio, Intricate, High Detail, film photography, soft focus, Digital art, glow effects, Hand drawn, render, 8k, octane render, cinema 4d, blender, dark, atmospheric 4k ultra detailed, cinematic sensual, Sharp focus, humorous illustration, big depth of field, Masterpiece, colors, 3d octane render, 4k, concept art, trending on artstation, hyperrealistic, Vivid colors, modelshoot style, (extremely detailed CG unity 8k wallpaper), professional majestic oil painting by Ed Blinkey, Atey Ghailan, Studio Ghibli, by Jeremy Mann, Greg Manchess, Antonio Moro, trending on ArtStation, trending on CGSociety, Intricate, High Detail, Sharp focus, dramatic, photorealistic painting art by midjourney and greg rutkowski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Negative prompt: (nose:2.0), B&amp;W, logo, Watermark, bad artist, blur, blurry, text, b&amp;w, 3d, bad art, poorly drawn, disfigured, deformed, extra limbs, ugly hands, extra fingers, canvas frame, cartoon, 3d, disfigured, bad art, deformed, extra limbs, weird colors, duplicate, morbid, mutilated, out of frame, extra fingers, mutated hands, poorly drawn hands, poorly drawn face, mutation, deformed, ugly,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bad art, bad anatomy, 3d render, B&amp;W, logo, Glasses, Watermark, bad artist, blur, blurry, text, b&amp;w, 3d, bad art, poorly drawn, disfigured, deformed, extra limbs, ugly hands, extra fingers, canvas frame, cartoon, 3d, disfigured, bad art, deformed, extra limbs, weird colors, blurry, duplicate, morbid, mutilated, out of frame, extra fingers, mutated hands, poorly drawn hands, poorly drawn face, mutation, deformed, ugly, blurry,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blurry, bad art, bad anatomy, 3d render, logo, Glasses, Watermark, bad artist, blur, blurry, text, b&amp;w, 3d, bad art, poorly drawn, disfigured, deformed, extra limbs, ugly hands, extra fingers, canvas frame, cartoon, 3d, disfigured, bad art, deformed, extra limbs, weird colors, duplicate, morbid, mutilated, out of frame, extra fingers, mutated hands, poorly drawn hands, poorly drawn face, mutation, deformed, ugly,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bad art, bad anatomy, 3d render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Steps: 50, Sampler: Euler a, CFG scale: 7, Seed: 1662469907, Size: 512x512, Model hash: 1254103966, Model: protogenV22Anime_22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Time taken: 27.46sTorch active/reserved: 5404/6110 MiB, Sys VRAM: 8192/8192 MiB (100.0%)</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102e3f7af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102e3f7af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&lt;lora:A1013D_01-000002:0.7&gt; a cartoon character anime girl, (chibi:1.5), (thick outline:1.4), flat colors, (cel shading:1.5), flat shading, anime, manga, one punchman, lineart, line art, outline, full body, camera zoom out, limited color palette, red color, white color, &lt;lora:animeLineartMangaLike_v30MangaLike:1&gt;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Negative prompt: smooth shading, 3D, 3D render, logo, Watermark, bad artist, blur, blurry, text, b&amp;w, 3d, bad art, poorly drawn, disfigured, deformed, gradient color, gradient colors,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Steps: 50, Sampler: Euler a, CFG scale: 7, Seed: 3326766470, Size: 640x640, Model hash: 1254103966, Model: protogenV22Anime_22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Time taken: 53.53sTorch active/reserved: 5709/6544 MiB, Sys VRAM: 8192/8192 MiB (100.0%)</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102e3f7af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102e3f7af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&lt;lora:A1013D_01-000002:0.7&gt; a cartoon character in (nvinkpunk:1.1) style, full body, camera zoom out, Studio ghibli style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Negative prompt: (nose:2.0), logo, Glasses, Watermark, bad artist, blur, blurry, text, b&amp;w, 3d, bad art, poorly drawn, disfigured, deformed, extra limbs, ugly hands, extra fingers, canvas frame, cartoon, 3d, disfigured, bad art, deformed, extra limbs, weird colors, blurry, duplicate, morbid, mutilated, out of frame, extra fingers, mutated hands, poorly drawn hands, poorly drawn face, mutation, deformed, ugly, blurry,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blurry, bad art, bad anatomy, 3d render</a:t>
            </a:r>
            <a:endParaRPr/>
          </a:p>
          <a:p>
            <a:pPr indent="0" lvl="0" marL="0" rtl="0" algn="l">
              <a:spcBef>
                <a:spcPts val="0"/>
              </a:spcBef>
              <a:spcAft>
                <a:spcPts val="0"/>
              </a:spcAft>
              <a:buClr>
                <a:schemeClr val="dk1"/>
              </a:buClr>
              <a:buSzPts val="1100"/>
              <a:buFont typeface="Arial"/>
              <a:buNone/>
            </a:pPr>
            <a:r>
              <a:rPr lang="en"/>
              <a:t>Steps: 50, Sampler: Euler a, CFG scale: 7, Seed: 1767980748, Size: 640x640, Model hash: 2182245415, Model: inkpunk_inkpunkDiffusion_v2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Time taken: 43.24sTorch active/reserved: 5709/6892 MiB, Sys VRAM: 8192/8192 MiB (100.0%)</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102e3f7af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102e3f7af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(90s comic graphic art:1.2) of &lt;lora:A1013D_01-000002:0.7&gt; a cartoon character, 1character, solid color background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Negative prompt: logo, dog, Watermark, bad artist, helmet, blur, blurry, text, b&amp;w, 3d, bad art, poorly drawn, disfigured, deformed, extra limbs, ugly hands, extra fingers,, canvas frame, cartoon, 3d, ((disfigured)), ((bad art)), ((deformed)),((extra limbs)),((close up)),((b&amp;w)), weird colors, blurry, (((duplicate))), ((morbid)), ((mutilated)), [out of frame], extra fingers, mutated hands, ((poorly drawn hands)), ((poorly drawn face)), (((mutation))), (((deformed))), ((ugly)), blurry,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blurry, bad art, bad anatomy, 3d render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Steps: 50, Sampler: DPM++ 2M Karras, CFG scale: 7, Seed: 1938705441, Size: 640x640, Model hash: 1254103966, Model: protogenV22Anime_22</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102e3f7af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102e3f7af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&lt;lora:A1013D_01-000002:0.7&gt; a cartoon character girl in the survival video game don't starve, full body, camera zoom out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Negative prompt: (nose:1.4), (painting by bad-artist-anime:0.9), (painting by bad-artist:0.9), watermark, text, error, blurry, jpeg artifacts, cropped, worst quality, low quality, normal quality, jpeg artifacts, signature, watermark, username, artist name, (worst quality, low quality:1.4), bad anatomy, logo, dog, Glasses, Watermark, bad artist, helmet, blur, blurry, text, b&amp;w, 3d, bad art, poorly drawn, disfigured, deformed, extra limbs, ugly hands, extra fingers,, canvas frame, cartoon, 3d, ((disfigured)), ((bad art)), ((deformed)),((extra limbs)),((close up)),((b&amp;w)), weird colors, blurry, (((duplicate))), ((morbid)), ((mutilated)), [out of frame], extra fingers, mutated hands, ((poorly drawn hands)), ((poorly drawn face)), (((mutation))), (((deformed))), ((ugly)), blurry,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blurry, bad art, bad anatomy, 3d render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Steps: 50, Sampler: DPM++ 2M Karras, CFG scale: 9, Seed: 4032437672, Size: 640x640, Model hash: 1254103966, Model: protogenV22Anime_22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Time taken: 1m 2.60sTorch active/reserved: 5710/6608 MiB, Sys VRAM: 8192/8192 MiB (100.0%)</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14608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Style Translation Test</a:t>
            </a:r>
            <a:endParaRPr/>
          </a:p>
        </p:txBody>
      </p:sp>
      <p:sp>
        <p:nvSpPr>
          <p:cNvPr id="55" name="Google Shape;55;p13"/>
          <p:cNvSpPr txBox="1"/>
          <p:nvPr/>
        </p:nvSpPr>
        <p:spPr>
          <a:xfrm>
            <a:off x="124800" y="2302675"/>
            <a:ext cx="88944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t>This powerpoint contains the best images generated by Stable Diffusion with their main style labels next to them. All text prompting data and other model information such as sampling method and CGF scaling are included in the speaker notes of each slide. </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Style:</a:t>
            </a:r>
            <a:endParaRPr/>
          </a:p>
          <a:p>
            <a:pPr indent="0" lvl="0" marL="0" rtl="0" algn="l">
              <a:spcBef>
                <a:spcPts val="0"/>
              </a:spcBef>
              <a:spcAft>
                <a:spcPts val="0"/>
              </a:spcAft>
              <a:buNone/>
            </a:pPr>
            <a:r>
              <a:rPr lang="en"/>
              <a:t>Cartoon/</a:t>
            </a:r>
            <a:endParaRPr/>
          </a:p>
          <a:p>
            <a:pPr indent="0" lvl="0" marL="0" rtl="0" algn="l">
              <a:spcBef>
                <a:spcPts val="0"/>
              </a:spcBef>
              <a:spcAft>
                <a:spcPts val="0"/>
              </a:spcAft>
              <a:buNone/>
            </a:pPr>
            <a:r>
              <a:rPr lang="en"/>
              <a:t>Flat Color</a:t>
            </a:r>
            <a:endParaRPr/>
          </a:p>
        </p:txBody>
      </p:sp>
      <p:pic>
        <p:nvPicPr>
          <p:cNvPr id="61" name="Google Shape;61;p14"/>
          <p:cNvPicPr preferRelativeResize="0"/>
          <p:nvPr/>
        </p:nvPicPr>
        <p:blipFill rotWithShape="1">
          <a:blip r:embed="rId3">
            <a:alphaModFix/>
          </a:blip>
          <a:srcRect b="0" l="11337" r="16267" t="0"/>
          <a:stretch/>
        </p:blipFill>
        <p:spPr>
          <a:xfrm>
            <a:off x="2659625" y="0"/>
            <a:ext cx="3723450" cy="5143499"/>
          </a:xfrm>
          <a:prstGeom prst="rect">
            <a:avLst/>
          </a:prstGeom>
          <a:noFill/>
          <a:ln>
            <a:noFill/>
          </a:ln>
        </p:spPr>
      </p:pic>
      <p:pic>
        <p:nvPicPr>
          <p:cNvPr id="62" name="Google Shape;62;p14"/>
          <p:cNvPicPr preferRelativeResize="0"/>
          <p:nvPr/>
        </p:nvPicPr>
        <p:blipFill rotWithShape="1">
          <a:blip r:embed="rId4">
            <a:alphaModFix/>
          </a:blip>
          <a:srcRect b="0" l="17741" r="28579" t="0"/>
          <a:stretch/>
        </p:blipFill>
        <p:spPr>
          <a:xfrm>
            <a:off x="6383075" y="0"/>
            <a:ext cx="2760925"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214400" y="278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Style:</a:t>
            </a:r>
            <a:endParaRPr/>
          </a:p>
          <a:p>
            <a:pPr indent="0" lvl="0" marL="0" rtl="0" algn="l">
              <a:spcBef>
                <a:spcPts val="0"/>
              </a:spcBef>
              <a:spcAft>
                <a:spcPts val="0"/>
              </a:spcAft>
              <a:buNone/>
            </a:pPr>
            <a:r>
              <a:rPr lang="en"/>
              <a:t>Pixar</a:t>
            </a:r>
            <a:endParaRPr/>
          </a:p>
        </p:txBody>
      </p:sp>
      <p:pic>
        <p:nvPicPr>
          <p:cNvPr id="68" name="Google Shape;68;p15"/>
          <p:cNvPicPr preferRelativeResize="0"/>
          <p:nvPr/>
        </p:nvPicPr>
        <p:blipFill rotWithShape="1">
          <a:blip r:embed="rId3">
            <a:alphaModFix/>
          </a:blip>
          <a:srcRect b="0" l="11574" r="0" t="0"/>
          <a:stretch/>
        </p:blipFill>
        <p:spPr>
          <a:xfrm>
            <a:off x="4572000" y="133350"/>
            <a:ext cx="4312225" cy="4876800"/>
          </a:xfrm>
          <a:prstGeom prst="rect">
            <a:avLst/>
          </a:prstGeom>
          <a:noFill/>
          <a:ln>
            <a:noFill/>
          </a:ln>
        </p:spPr>
      </p:pic>
      <p:pic>
        <p:nvPicPr>
          <p:cNvPr id="69" name="Google Shape;69;p15"/>
          <p:cNvPicPr preferRelativeResize="0"/>
          <p:nvPr/>
        </p:nvPicPr>
        <p:blipFill rotWithShape="1">
          <a:blip r:embed="rId4">
            <a:alphaModFix/>
          </a:blip>
          <a:srcRect b="0" l="25917" r="7389" t="0"/>
          <a:stretch/>
        </p:blipFill>
        <p:spPr>
          <a:xfrm>
            <a:off x="1319475" y="133350"/>
            <a:ext cx="3252525" cy="4876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Style: Chibi</a:t>
            </a:r>
            <a:endParaRPr/>
          </a:p>
        </p:txBody>
      </p:sp>
      <p:pic>
        <p:nvPicPr>
          <p:cNvPr id="75" name="Google Shape;75;p16"/>
          <p:cNvPicPr preferRelativeResize="0"/>
          <p:nvPr/>
        </p:nvPicPr>
        <p:blipFill rotWithShape="1">
          <a:blip r:embed="rId3">
            <a:alphaModFix/>
          </a:blip>
          <a:srcRect b="0" l="14551" r="0" t="0"/>
          <a:stretch/>
        </p:blipFill>
        <p:spPr>
          <a:xfrm>
            <a:off x="311700" y="1170125"/>
            <a:ext cx="3264925" cy="3820974"/>
          </a:xfrm>
          <a:prstGeom prst="rect">
            <a:avLst/>
          </a:prstGeom>
          <a:noFill/>
          <a:ln>
            <a:noFill/>
          </a:ln>
        </p:spPr>
      </p:pic>
      <p:pic>
        <p:nvPicPr>
          <p:cNvPr id="76" name="Google Shape;76;p16"/>
          <p:cNvPicPr preferRelativeResize="0"/>
          <p:nvPr/>
        </p:nvPicPr>
        <p:blipFill rotWithShape="1">
          <a:blip r:embed="rId4">
            <a:alphaModFix/>
          </a:blip>
          <a:srcRect b="0" l="26093" r="22031" t="0"/>
          <a:stretch/>
        </p:blipFill>
        <p:spPr>
          <a:xfrm>
            <a:off x="3327875" y="1170125"/>
            <a:ext cx="1982125" cy="3820974"/>
          </a:xfrm>
          <a:prstGeom prst="rect">
            <a:avLst/>
          </a:prstGeom>
          <a:noFill/>
          <a:ln>
            <a:noFill/>
          </a:ln>
        </p:spPr>
      </p:pic>
      <p:pic>
        <p:nvPicPr>
          <p:cNvPr id="77" name="Google Shape;77;p16"/>
          <p:cNvPicPr preferRelativeResize="0"/>
          <p:nvPr/>
        </p:nvPicPr>
        <p:blipFill rotWithShape="1">
          <a:blip r:embed="rId5">
            <a:alphaModFix/>
          </a:blip>
          <a:srcRect b="0" l="21139" r="10648" t="0"/>
          <a:stretch/>
        </p:blipFill>
        <p:spPr>
          <a:xfrm>
            <a:off x="6225800" y="1170125"/>
            <a:ext cx="2606501" cy="38209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7"/>
          <p:cNvPicPr preferRelativeResize="0"/>
          <p:nvPr/>
        </p:nvPicPr>
        <p:blipFill>
          <a:blip r:embed="rId3">
            <a:alphaModFix/>
          </a:blip>
          <a:stretch>
            <a:fillRect/>
          </a:stretch>
        </p:blipFill>
        <p:spPr>
          <a:xfrm>
            <a:off x="0" y="0"/>
            <a:ext cx="5143501" cy="5143501"/>
          </a:xfrm>
          <a:prstGeom prst="rect">
            <a:avLst/>
          </a:prstGeom>
          <a:noFill/>
          <a:ln>
            <a:noFill/>
          </a:ln>
        </p:spPr>
      </p:pic>
      <p:pic>
        <p:nvPicPr>
          <p:cNvPr id="83" name="Google Shape;83;p17"/>
          <p:cNvPicPr preferRelativeResize="0"/>
          <p:nvPr/>
        </p:nvPicPr>
        <p:blipFill>
          <a:blip r:embed="rId4">
            <a:alphaModFix/>
          </a:blip>
          <a:stretch>
            <a:fillRect/>
          </a:stretch>
        </p:blipFill>
        <p:spPr>
          <a:xfrm>
            <a:off x="4704425" y="0"/>
            <a:ext cx="5143501" cy="5143501"/>
          </a:xfrm>
          <a:prstGeom prst="rect">
            <a:avLst/>
          </a:prstGeom>
          <a:noFill/>
          <a:ln>
            <a:noFill/>
          </a:ln>
        </p:spPr>
      </p:pic>
      <p:sp>
        <p:nvSpPr>
          <p:cNvPr id="84" name="Google Shape;84;p17"/>
          <p:cNvSpPr txBox="1"/>
          <p:nvPr>
            <p:ph type="title"/>
          </p:nvPr>
        </p:nvSpPr>
        <p:spPr>
          <a:xfrm>
            <a:off x="85900" y="93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Style: Ink Punk</a:t>
            </a:r>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87825" y="62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Style:</a:t>
            </a:r>
            <a:endParaRPr/>
          </a:p>
          <a:p>
            <a:pPr indent="0" lvl="0" marL="0" rtl="0" algn="l">
              <a:spcBef>
                <a:spcPts val="0"/>
              </a:spcBef>
              <a:spcAft>
                <a:spcPts val="0"/>
              </a:spcAft>
              <a:buNone/>
            </a:pPr>
            <a:r>
              <a:rPr lang="en"/>
              <a:t>90s </a:t>
            </a:r>
            <a:endParaRPr/>
          </a:p>
          <a:p>
            <a:pPr indent="0" lvl="0" marL="0" rtl="0" algn="l">
              <a:spcBef>
                <a:spcPts val="0"/>
              </a:spcBef>
              <a:spcAft>
                <a:spcPts val="0"/>
              </a:spcAft>
              <a:buNone/>
            </a:pPr>
            <a:r>
              <a:rPr lang="en"/>
              <a:t>Comic</a:t>
            </a:r>
            <a:endParaRPr/>
          </a:p>
        </p:txBody>
      </p:sp>
      <p:pic>
        <p:nvPicPr>
          <p:cNvPr id="90" name="Google Shape;90;p18"/>
          <p:cNvPicPr preferRelativeResize="0"/>
          <p:nvPr/>
        </p:nvPicPr>
        <p:blipFill>
          <a:blip r:embed="rId3">
            <a:alphaModFix/>
          </a:blip>
          <a:stretch>
            <a:fillRect/>
          </a:stretch>
        </p:blipFill>
        <p:spPr>
          <a:xfrm>
            <a:off x="1937525" y="0"/>
            <a:ext cx="5143501" cy="5143501"/>
          </a:xfrm>
          <a:prstGeom prst="rect">
            <a:avLst/>
          </a:prstGeom>
          <a:noFill/>
          <a:ln>
            <a:noFill/>
          </a:ln>
        </p:spPr>
      </p:pic>
      <p:pic>
        <p:nvPicPr>
          <p:cNvPr id="91" name="Google Shape;91;p18"/>
          <p:cNvPicPr preferRelativeResize="0"/>
          <p:nvPr/>
        </p:nvPicPr>
        <p:blipFill rotWithShape="1">
          <a:blip r:embed="rId4">
            <a:alphaModFix/>
          </a:blip>
          <a:srcRect b="0" l="32750" r="31354" t="0"/>
          <a:stretch/>
        </p:blipFill>
        <p:spPr>
          <a:xfrm>
            <a:off x="1182675" y="0"/>
            <a:ext cx="1846275" cy="5143501"/>
          </a:xfrm>
          <a:prstGeom prst="rect">
            <a:avLst/>
          </a:prstGeom>
          <a:noFill/>
          <a:ln>
            <a:noFill/>
          </a:ln>
        </p:spPr>
      </p:pic>
      <p:pic>
        <p:nvPicPr>
          <p:cNvPr id="92" name="Google Shape;92;p18"/>
          <p:cNvPicPr preferRelativeResize="0"/>
          <p:nvPr/>
        </p:nvPicPr>
        <p:blipFill rotWithShape="1">
          <a:blip r:embed="rId5">
            <a:alphaModFix/>
          </a:blip>
          <a:srcRect b="0" l="20740" r="17550" t="0"/>
          <a:stretch/>
        </p:blipFill>
        <p:spPr>
          <a:xfrm>
            <a:off x="5970075" y="0"/>
            <a:ext cx="3173925"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0" y="445025"/>
            <a:ext cx="1428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Style:</a:t>
            </a:r>
            <a:endParaRPr/>
          </a:p>
          <a:p>
            <a:pPr indent="0" lvl="0" marL="0" rtl="0" algn="l">
              <a:spcBef>
                <a:spcPts val="0"/>
              </a:spcBef>
              <a:spcAft>
                <a:spcPts val="0"/>
              </a:spcAft>
              <a:buNone/>
            </a:pPr>
            <a:r>
              <a:rPr lang="en"/>
              <a:t>Don’t</a:t>
            </a:r>
            <a:endParaRPr/>
          </a:p>
          <a:p>
            <a:pPr indent="0" lvl="0" marL="0" rtl="0" algn="l">
              <a:spcBef>
                <a:spcPts val="0"/>
              </a:spcBef>
              <a:spcAft>
                <a:spcPts val="0"/>
              </a:spcAft>
              <a:buNone/>
            </a:pPr>
            <a:r>
              <a:rPr lang="en"/>
              <a:t>Starve</a:t>
            </a:r>
            <a:endParaRPr/>
          </a:p>
          <a:p>
            <a:pPr indent="0" lvl="0" marL="0" rtl="0" algn="l">
              <a:spcBef>
                <a:spcPts val="0"/>
              </a:spcBef>
              <a:spcAft>
                <a:spcPts val="0"/>
              </a:spcAft>
              <a:buNone/>
            </a:pPr>
            <a:r>
              <a:rPr lang="en"/>
              <a:t>(Video</a:t>
            </a:r>
            <a:endParaRPr/>
          </a:p>
          <a:p>
            <a:pPr indent="0" lvl="0" marL="0" rtl="0" algn="l">
              <a:spcBef>
                <a:spcPts val="0"/>
              </a:spcBef>
              <a:spcAft>
                <a:spcPts val="0"/>
              </a:spcAft>
              <a:buNone/>
            </a:pPr>
            <a:r>
              <a:rPr lang="en"/>
              <a:t>Game)</a:t>
            </a:r>
            <a:endParaRPr/>
          </a:p>
        </p:txBody>
      </p:sp>
      <p:pic>
        <p:nvPicPr>
          <p:cNvPr id="98" name="Google Shape;98;p19"/>
          <p:cNvPicPr preferRelativeResize="0"/>
          <p:nvPr/>
        </p:nvPicPr>
        <p:blipFill>
          <a:blip r:embed="rId3">
            <a:alphaModFix/>
          </a:blip>
          <a:stretch>
            <a:fillRect/>
          </a:stretch>
        </p:blipFill>
        <p:spPr>
          <a:xfrm>
            <a:off x="1428750" y="0"/>
            <a:ext cx="7715251"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