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f9e393e1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f9e393e1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(angry:1.5), headshot, mad, anger, frustration, fury, rage, furrowed eye brows,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Steps: 50, Sampler: Euler a, CFG scale: 7, Seed: 915843624, Size: 512x512, Model hash: 1254103966, Model: protogenV22Anime_22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Time taken: 40.44sTorch active/reserved: 5405/5874 MiB, Sys VRAM: 8192/8192 MiB (100.0%)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f9e393e1b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f9e393e1b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(sad:2.0), headshot, depressed, crying, grief, (frowning:1.5), tears,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2340057527, Size: 512x512,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39.97sTorch active/reserved: 5405/5874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f9e393e1b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f9e393e1b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(happy:1.5), smiling,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963170150, Size: 512x512, Model hash: 1254103966, Model: protogenV22Anime_22</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f9e393e1b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f9e393e1b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(surprise:1.5), mouth open wide, eyes open wide, brows raised,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1106110604, Size: 512x512, Model hash: 1254103966, Model: protogenV22Anime_22</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f9e393e1b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f9e393e1b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(disgust:1.6), eyes narrowed in disgust, tongue sticking out in disgust, (scrunched face:1.2), mouth open slightly frowning in disgust, lowered brows,,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1288127682, Size: 512x512,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42.04sTorch active/reserved: 5405/5874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f9e393e1b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f9e393e1b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(eyes open wide:1.2), brows raised, mouth open wide, (fear:1.8), (scared:1.2), terrified, terror, afraid,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4096675557, Size: 512x512,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40.12sTorch active/reserved: 5405/5874 MiB, Sys VRAM: 8192/8192 MiB (100.0%)</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f9e393e1b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f9e393e1b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&lt;lora:A1013D_01-000002:0.7&gt; a cartoon character, full body moving, hair moving in the wind, Anime style photo, Manga style, Digital art, glow effects, Hand drawn, render, 8k, octane render, cinema 4d, blender, dark, atmospheric 4k ultra detailed, cinematic sensual, Sharp focus, humorous illustration, hyperrealistic, big depth of field, Masterpiece, colors, 3d octane render, 4k, concept art, trending on artstation, hyperrealistic, Vivid colors,, modelshoot style, (extremely detailed CG unity 8k wallpaper), professional majestic oil painting by Ed Blinkey, Atey Ghailan, Studio Ghibli, by Jeremy Mann, Greg Manchess, Antonio Moro, trending on ArtStation, trending on CGSociety, Intricate, High Detail, Sharp focus, dramatic, photorealistic painting art by midjourney and greg rutkowski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Negative prompt: (nose:2.0), logo, dog, Glasses, Watermark, bad artist, helmet, blur, blurry, text, b&amp;w, 3d, bad art, poorly drawn, disfigured, deformed, extra limbs, ugly hands, extra fingers,, canvas frame, cartoon, 3d, ((disfigured)), ((bad art)), ((deformed)),((extra limbs)),((close up)),((b&amp;w)), weird colors, blurry, (((duplicate))), ((morbid)), ((mutilated)), [out of frame], extra fingers, mutated hands, ((poorly drawn hands)), ((poorly drawn face)), (((mutation))), (((deformed))), ((ugly)), blurry, ((bad anatomy)), (((bad proportions))), ((extra limbs)), cloned face, (((disfigured))), out of frame, ugly, extra limbs, (bad anatomy), gross proportions, (malformed limbs), ((missing arms)), ((missing legs)), (((extra arms))), (((extra legs))), mutated hands, (fused fingers), (too many fingers), (((long neck))), Photoshop, video game, ugly, tiling, poorly drawn hands, poorly drawn feet, poorly drawn face, out of frame, mutation, mutated, extra limbs, extra legs, extra arms, disfigured, deformed, cross-eye, body out of frame, blurry, bad art, bad anatomy, 3d render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Steps: 50, Sampler: Euler a, CFG scale: 7, Seed: 2388165376, Size: 512x512, Model hash: 1254103966, Model: protogenV22Anime_22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Time taken: 39.41sTorch active/reserved: 5405/5874 MiB, Sys VRAM: 8192/8192 MiB (100.0%)</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460875"/>
            <a:ext cx="8520600" cy="8418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t>Character Basic Expression</a:t>
            </a:r>
            <a:r>
              <a:rPr lang="en" sz="3600">
                <a:solidFill>
                  <a:srgbClr val="000000"/>
                </a:solidFill>
              </a:rPr>
              <a:t> Test</a:t>
            </a:r>
            <a:endParaRPr sz="3600">
              <a:solidFill>
                <a:srgbClr val="000000"/>
              </a:solidFill>
            </a:endParaRPr>
          </a:p>
        </p:txBody>
      </p:sp>
      <p:sp>
        <p:nvSpPr>
          <p:cNvPr id="55" name="Google Shape;55;p13"/>
          <p:cNvSpPr txBox="1"/>
          <p:nvPr/>
        </p:nvSpPr>
        <p:spPr>
          <a:xfrm>
            <a:off x="124800" y="2302675"/>
            <a:ext cx="8894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This powerpoint contains the best images generated by Stable Diffusion with the expression they are meant to emulated labeled on top. All text prompting data and other model information such as sampling method and CGF scaling are included in the speaker notes of each slide.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Anger</a:t>
            </a:r>
            <a:endParaRPr/>
          </a:p>
        </p:txBody>
      </p:sp>
      <p:pic>
        <p:nvPicPr>
          <p:cNvPr id="61" name="Google Shape;61;p14"/>
          <p:cNvPicPr preferRelativeResize="0"/>
          <p:nvPr/>
        </p:nvPicPr>
        <p:blipFill>
          <a:blip r:embed="rId3">
            <a:alphaModFix/>
          </a:blip>
          <a:stretch>
            <a:fillRect/>
          </a:stretch>
        </p:blipFill>
        <p:spPr>
          <a:xfrm>
            <a:off x="1014525" y="400200"/>
            <a:ext cx="7114952" cy="4743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942975" y="304800"/>
            <a:ext cx="7258049" cy="4838700"/>
          </a:xfrm>
          <a:prstGeom prst="rect">
            <a:avLst/>
          </a:prstGeom>
          <a:noFill/>
          <a:ln>
            <a:noFill/>
          </a:ln>
        </p:spPr>
      </p:pic>
      <p:sp>
        <p:nvSpPr>
          <p:cNvPr id="67" name="Google Shape;67;p15"/>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Sad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942975" y="304800"/>
            <a:ext cx="7258049" cy="4838700"/>
          </a:xfrm>
          <a:prstGeom prst="rect">
            <a:avLst/>
          </a:prstGeom>
          <a:noFill/>
          <a:ln>
            <a:noFill/>
          </a:ln>
        </p:spPr>
      </p:pic>
      <p:sp>
        <p:nvSpPr>
          <p:cNvPr id="73" name="Google Shape;73;p16"/>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Happy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942975" y="304800"/>
            <a:ext cx="7258049" cy="4838700"/>
          </a:xfrm>
          <a:prstGeom prst="rect">
            <a:avLst/>
          </a:prstGeom>
          <a:noFill/>
          <a:ln>
            <a:noFill/>
          </a:ln>
        </p:spPr>
      </p:pic>
      <p:sp>
        <p:nvSpPr>
          <p:cNvPr id="79" name="Google Shape;79;p17"/>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Surprise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8"/>
          <p:cNvPicPr preferRelativeResize="0"/>
          <p:nvPr/>
        </p:nvPicPr>
        <p:blipFill>
          <a:blip r:embed="rId3">
            <a:alphaModFix/>
          </a:blip>
          <a:stretch>
            <a:fillRect/>
          </a:stretch>
        </p:blipFill>
        <p:spPr>
          <a:xfrm>
            <a:off x="942975" y="304800"/>
            <a:ext cx="7258049" cy="4838700"/>
          </a:xfrm>
          <a:prstGeom prst="rect">
            <a:avLst/>
          </a:prstGeom>
          <a:noFill/>
          <a:ln>
            <a:noFill/>
          </a:ln>
        </p:spPr>
      </p:pic>
      <p:sp>
        <p:nvSpPr>
          <p:cNvPr id="85" name="Google Shape;85;p18"/>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Disgust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Expression: Fear</a:t>
            </a:r>
            <a:endParaRPr/>
          </a:p>
        </p:txBody>
      </p:sp>
      <p:pic>
        <p:nvPicPr>
          <p:cNvPr id="91" name="Google Shape;91;p19"/>
          <p:cNvPicPr preferRelativeResize="0"/>
          <p:nvPr/>
        </p:nvPicPr>
        <p:blipFill>
          <a:blip r:embed="rId3">
            <a:alphaModFix/>
          </a:blip>
          <a:stretch>
            <a:fillRect/>
          </a:stretch>
        </p:blipFill>
        <p:spPr>
          <a:xfrm>
            <a:off x="835875" y="366975"/>
            <a:ext cx="7164776" cy="4776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0"/>
          <p:cNvPicPr preferRelativeResize="0"/>
          <p:nvPr/>
        </p:nvPicPr>
        <p:blipFill>
          <a:blip r:embed="rId3">
            <a:alphaModFix/>
          </a:blip>
          <a:stretch>
            <a:fillRect/>
          </a:stretch>
        </p:blipFill>
        <p:spPr>
          <a:xfrm>
            <a:off x="942975" y="304800"/>
            <a:ext cx="7258049" cy="4838700"/>
          </a:xfrm>
          <a:prstGeom prst="rect">
            <a:avLst/>
          </a:prstGeom>
          <a:noFill/>
          <a:ln>
            <a:noFill/>
          </a:ln>
        </p:spPr>
      </p:pic>
      <p:sp>
        <p:nvSpPr>
          <p:cNvPr id="97" name="Google Shape;97;p20"/>
          <p:cNvSpPr txBox="1"/>
          <p:nvPr/>
        </p:nvSpPr>
        <p:spPr>
          <a:xfrm>
            <a:off x="0" y="0"/>
            <a:ext cx="5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Bonus </a:t>
            </a:r>
            <a:r>
              <a:rPr lang="en"/>
              <a:t>Expression: Full Body Movement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